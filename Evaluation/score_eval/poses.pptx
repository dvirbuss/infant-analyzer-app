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35" r:id="rId2"/>
    <p:sldId id="341" r:id="rId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EAA92-A7EA-4897-B04B-2A93F994B2B1}" type="datetimeFigureOut">
              <a:rPr lang="en-IL" smtClean="0"/>
              <a:t>09/05/2026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D58E1A-6831-4E62-B642-04E22A5AED5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91184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F85A3-489D-7D15-ADC8-1BB1F6C6D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22D0BA-5791-8F11-58D2-B9CA60DC0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885D3-8F07-4D2E-1BF5-9302D8098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0E929-5368-4C62-228E-6C7418B63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314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9CF4-D007-8751-F965-17B929022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88B5A-7B29-C24E-E8EC-77F0DCA6C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F1575-B860-E05A-50AF-697E9EB9C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76EF0-BEE5-037B-0140-4F791A7070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89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9B8D1-C20F-3A1A-8BDC-8B639CB24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2605F-1D35-E573-3C75-F4F940CEA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0C1E9-ADBD-DB33-3DBE-E9B71C74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6F2-AF34-418D-A0E6-6882FC75807A}" type="datetimeFigureOut">
              <a:rPr lang="en-IL" smtClean="0"/>
              <a:t>09/05/2026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632D5-F875-9829-01B3-890C59497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570CA-5CB9-1990-2A12-519F3883F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C324-5739-464E-B664-EC47407AF2D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07018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CC242-E95C-E504-C0B0-CB0B6D1A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FA5D4-7D1D-3F50-63FD-523D4723D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C78F6-9772-EF14-0EE7-BF1D7B0B7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6F2-AF34-418D-A0E6-6882FC75807A}" type="datetimeFigureOut">
              <a:rPr lang="en-IL" smtClean="0"/>
              <a:t>09/05/2026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5F79F-4880-3BD4-3552-00D6366EE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C5875-183B-763B-A7A0-C22053A00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C324-5739-464E-B664-EC47407AF2D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34034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DBC4F-3A7B-3086-BF31-99B7C3971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C4324-667A-AA91-E200-2E15E849B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1E29C-F9C6-D858-DAEC-DA83499E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6F2-AF34-418D-A0E6-6882FC75807A}" type="datetimeFigureOut">
              <a:rPr lang="en-IL" smtClean="0"/>
              <a:t>09/05/2026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A8D37-CF7F-AF90-0958-FD601AD9E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B256F-A051-0BBF-17A4-19C15EA03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C324-5739-464E-B664-EC47407AF2D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0435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ECE69-308B-9D60-F9A2-E094422D4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5E191-9271-9C11-A296-3AC34D9C9D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C539A-8D31-F717-6D0E-03ECAD555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8A77A-EE48-6028-618F-232A5BA06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6F2-AF34-418D-A0E6-6882FC75807A}" type="datetimeFigureOut">
              <a:rPr lang="en-IL" smtClean="0"/>
              <a:t>09/05/2026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F89A6-DE86-FDB3-0649-B2DFC955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61781-29B3-EA7D-2C38-2231B2604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C324-5739-464E-B664-EC47407AF2D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333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75FC-1299-0AE1-77B9-9F259D2C9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2FA42-49C0-0DB8-54BB-E94AEDFC8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9AC8F-BDDE-9F31-EF9E-DA330970D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4BCF1D-8FDC-3691-30CE-B7F6096AE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D99D60-661F-E141-55CE-70FD19604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F05FC0-8554-FB3A-68C5-5F1347A6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6F2-AF34-418D-A0E6-6882FC75807A}" type="datetimeFigureOut">
              <a:rPr lang="en-IL" smtClean="0"/>
              <a:t>09/05/2026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CD979C-4E51-92C7-C856-8DBA181B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885AC-31AF-97A8-2252-67AFDEE9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C324-5739-464E-B664-EC47407AF2D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42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FC59-FDCF-678E-0540-17F94BFCD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747694-5A13-F53A-9A49-40324BBEB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6F2-AF34-418D-A0E6-6882FC75807A}" type="datetimeFigureOut">
              <a:rPr lang="en-IL" smtClean="0"/>
              <a:t>09/05/2026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67F63A-C00D-2838-1F2F-780FF9AE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93A6DB-144E-36EC-43F7-C55F2FED9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C324-5739-464E-B664-EC47407AF2D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810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D0E6CF-AE97-84C0-BF0D-74732C670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6F2-AF34-418D-A0E6-6882FC75807A}" type="datetimeFigureOut">
              <a:rPr lang="en-IL" smtClean="0"/>
              <a:t>09/05/2026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9D2D91-EE50-74BA-37F6-315C2EBD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D1E24-E3D1-575E-DA66-1070446B9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C324-5739-464E-B664-EC47407AF2D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34454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B7E6D-17D7-5B6D-D138-E2697587C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583E4-AD48-E04F-66A2-A3F46A6AB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34637-B15F-D04D-DAB6-290012440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2D60C-719F-B052-72CD-16AA98516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6F2-AF34-418D-A0E6-6882FC75807A}" type="datetimeFigureOut">
              <a:rPr lang="en-IL" smtClean="0"/>
              <a:t>09/05/2026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4BA6E-B918-876C-A83A-6EAD0848A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38A57-2717-3FB6-4F11-A5FDAAC8C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C324-5739-464E-B664-EC47407AF2D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91457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67820-B173-C9B1-5300-3C3CDC47B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6A152D-CFEE-0765-6A07-2C76391A40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1C61E-3CA1-A2AE-174B-B9E6ED5E9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8549C-1BED-54DD-7286-A546B72A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6F2-AF34-418D-A0E6-6882FC75807A}" type="datetimeFigureOut">
              <a:rPr lang="en-IL" smtClean="0"/>
              <a:t>09/05/2026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0C321-F0BE-1942-B607-5F1B94350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B0648-041E-2339-26C5-3151BB68E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C324-5739-464E-B664-EC47407AF2D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13117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ADA57-10AC-CD98-0DA3-78D6ECBC8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89919-D97D-D206-4B04-00151C551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AC141-B516-EC8F-4D88-C16CE1277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6F2-AF34-418D-A0E6-6882FC75807A}" type="datetimeFigureOut">
              <a:rPr lang="en-IL" smtClean="0"/>
              <a:t>09/05/2026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E000D-7206-1E58-C3F0-F4609208B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36275-44EE-F53C-253C-224D0B7F2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C324-5739-464E-B664-EC47407AF2D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87420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B5F980-577D-2FF7-5165-AF16B40D7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966EA8-B024-3F45-3672-FAB4F8F5B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1E390-218E-DDA9-DABC-CC260B503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6F2-AF34-418D-A0E6-6882FC75807A}" type="datetimeFigureOut">
              <a:rPr lang="en-IL" smtClean="0"/>
              <a:t>09/05/2026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E7B5D-2376-A29A-F23A-C8D07EA26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DFDD7-1833-6471-FF57-DA242AD3C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BC324-5739-464E-B664-EC47407AF2D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44509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BDAB51-0D73-B927-9F41-86B798B7BA2C}"/>
              </a:ext>
            </a:extLst>
          </p:cNvPr>
          <p:cNvSpPr/>
          <p:nvPr userDrawn="1"/>
        </p:nvSpPr>
        <p:spPr>
          <a:xfrm rot="5400000">
            <a:off x="89274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3873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B459EF-7797-FA07-A59D-AB56F45A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08E7F-31C0-94EF-45C7-5F771685B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71A0A-7C97-B369-50F1-A6395604F4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8FC6F2-AF34-418D-A0E6-6882FC75807A}" type="datetimeFigureOut">
              <a:rPr lang="en-IL" smtClean="0"/>
              <a:t>09/05/2026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A0163-9C8F-8573-0FA3-0EC7BFD3E2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B549E-2CEA-6081-A406-A1FF2549A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ABC324-5739-464E-B664-EC47407AF2D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177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020F0-5DC5-3172-E20E-3FD1544C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chart of baby's body&#10;&#10;AI-generated content may be incorrect.">
            <a:extLst>
              <a:ext uri="{FF2B5EF4-FFF2-40B4-BE49-F238E27FC236}">
                <a16:creationId xmlns:a16="http://schemas.microsoft.com/office/drawing/2014/main" id="{1C56BC2F-63A1-8123-AED6-047659D9D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494" y="780690"/>
            <a:ext cx="7681955" cy="49456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1713D5-CEB6-64B2-AC0D-4F7606354D45}"/>
              </a:ext>
            </a:extLst>
          </p:cNvPr>
          <p:cNvSpPr txBox="1"/>
          <p:nvPr/>
        </p:nvSpPr>
        <p:spPr>
          <a:xfrm>
            <a:off x="349405" y="2049325"/>
            <a:ext cx="372079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Example</a:t>
            </a:r>
            <a:endParaRPr lang="LID4096" sz="6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B40FF8-0499-2591-0A7E-B0A08ED81F60}"/>
              </a:ext>
            </a:extLst>
          </p:cNvPr>
          <p:cNvSpPr txBox="1"/>
          <p:nvPr/>
        </p:nvSpPr>
        <p:spPr>
          <a:xfrm>
            <a:off x="1440133" y="456682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Stage 4/5</a:t>
            </a:r>
            <a:endParaRPr lang="LID4096" b="1"/>
          </a:p>
        </p:txBody>
      </p:sp>
      <p:pic>
        <p:nvPicPr>
          <p:cNvPr id="16" name="Picture 15" descr="A baby in a position&#10;&#10;AI-generated content may be incorrect.">
            <a:extLst>
              <a:ext uri="{FF2B5EF4-FFF2-40B4-BE49-F238E27FC236}">
                <a16:creationId xmlns:a16="http://schemas.microsoft.com/office/drawing/2014/main" id="{4B691653-AAAD-79F3-313D-161102B05F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89" t="5351" r="905"/>
          <a:stretch/>
        </p:blipFill>
        <p:spPr>
          <a:xfrm>
            <a:off x="111551" y="3519201"/>
            <a:ext cx="3958644" cy="896547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261522B7-1574-A125-ECFF-CC0F9AA7A214}"/>
              </a:ext>
            </a:extLst>
          </p:cNvPr>
          <p:cNvSpPr/>
          <p:nvPr/>
        </p:nvSpPr>
        <p:spPr>
          <a:xfrm>
            <a:off x="4962525" y="1028700"/>
            <a:ext cx="1209675" cy="1362075"/>
          </a:xfrm>
          <a:prstGeom prst="rect">
            <a:avLst/>
          </a:prstGeom>
          <a:noFill/>
          <a:ln w="412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24AA7D9-53EA-0184-4488-B10A8F284426}"/>
              </a:ext>
            </a:extLst>
          </p:cNvPr>
          <p:cNvSpPr/>
          <p:nvPr/>
        </p:nvSpPr>
        <p:spPr>
          <a:xfrm>
            <a:off x="5360733" y="3734710"/>
            <a:ext cx="735268" cy="935613"/>
          </a:xfrm>
          <a:prstGeom prst="rect">
            <a:avLst/>
          </a:prstGeom>
          <a:noFill/>
          <a:ln w="412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8CF791A-45FA-A336-3B53-0319CC4B1DEB}"/>
              </a:ext>
            </a:extLst>
          </p:cNvPr>
          <p:cNvSpPr/>
          <p:nvPr/>
        </p:nvSpPr>
        <p:spPr>
          <a:xfrm>
            <a:off x="4990641" y="4730547"/>
            <a:ext cx="633411" cy="935613"/>
          </a:xfrm>
          <a:prstGeom prst="rect">
            <a:avLst/>
          </a:prstGeom>
          <a:noFill/>
          <a:ln w="412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8E0AACE-0AC0-7EA0-5882-6BF92A2EFB54}"/>
              </a:ext>
            </a:extLst>
          </p:cNvPr>
          <p:cNvSpPr/>
          <p:nvPr/>
        </p:nvSpPr>
        <p:spPr>
          <a:xfrm>
            <a:off x="4933951" y="2390775"/>
            <a:ext cx="633411" cy="732515"/>
          </a:xfrm>
          <a:prstGeom prst="rect">
            <a:avLst/>
          </a:prstGeom>
          <a:noFill/>
          <a:ln w="412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13CDD2C-4739-F9D0-9F17-BAB5DF4F1611}"/>
              </a:ext>
            </a:extLst>
          </p:cNvPr>
          <p:cNvSpPr/>
          <p:nvPr/>
        </p:nvSpPr>
        <p:spPr>
          <a:xfrm>
            <a:off x="5309805" y="3122966"/>
            <a:ext cx="735267" cy="551519"/>
          </a:xfrm>
          <a:prstGeom prst="rect">
            <a:avLst/>
          </a:prstGeom>
          <a:noFill/>
          <a:ln w="412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35E6DA2-8175-119A-910B-29990B70951A}"/>
              </a:ext>
            </a:extLst>
          </p:cNvPr>
          <p:cNvSpPr/>
          <p:nvPr/>
        </p:nvSpPr>
        <p:spPr>
          <a:xfrm>
            <a:off x="5611762" y="2568211"/>
            <a:ext cx="735267" cy="551519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A7F2386-87E9-2CED-4145-36BFFB7AE73B}"/>
              </a:ext>
            </a:extLst>
          </p:cNvPr>
          <p:cNvSpPr/>
          <p:nvPr/>
        </p:nvSpPr>
        <p:spPr>
          <a:xfrm>
            <a:off x="6200774" y="1028700"/>
            <a:ext cx="4447561" cy="1362075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DAC8AF0-7716-9C43-E6FE-DD23E1CA5528}"/>
              </a:ext>
            </a:extLst>
          </p:cNvPr>
          <p:cNvSpPr/>
          <p:nvPr/>
        </p:nvSpPr>
        <p:spPr>
          <a:xfrm>
            <a:off x="6529602" y="2390776"/>
            <a:ext cx="3705780" cy="128371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D290473-C73F-E6B0-A8FC-610554999277}"/>
              </a:ext>
            </a:extLst>
          </p:cNvPr>
          <p:cNvSpPr/>
          <p:nvPr/>
        </p:nvSpPr>
        <p:spPr>
          <a:xfrm>
            <a:off x="6763386" y="3674485"/>
            <a:ext cx="3471996" cy="995838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2F8F719-1CDC-D706-9602-C1A354FD876F}"/>
              </a:ext>
            </a:extLst>
          </p:cNvPr>
          <p:cNvSpPr/>
          <p:nvPr/>
        </p:nvSpPr>
        <p:spPr>
          <a:xfrm>
            <a:off x="8910485" y="4692892"/>
            <a:ext cx="735267" cy="973268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4D86038-D22F-A0B5-2A3B-A190744F5C63}"/>
              </a:ext>
            </a:extLst>
          </p:cNvPr>
          <p:cNvSpPr/>
          <p:nvPr/>
        </p:nvSpPr>
        <p:spPr>
          <a:xfrm>
            <a:off x="5611762" y="4711719"/>
            <a:ext cx="735267" cy="973268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5CBB11C-B4D3-6BD1-AB5C-A3B862CE4443}"/>
              </a:ext>
            </a:extLst>
          </p:cNvPr>
          <p:cNvSpPr/>
          <p:nvPr/>
        </p:nvSpPr>
        <p:spPr>
          <a:xfrm>
            <a:off x="4398494" y="1838654"/>
            <a:ext cx="493060" cy="42134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10</a:t>
            </a:r>
            <a:endParaRPr lang="LID4096" sz="1200" b="1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252FDE4-73A1-DDFB-6D7E-D3F2FD982591}"/>
              </a:ext>
            </a:extLst>
          </p:cNvPr>
          <p:cNvSpPr/>
          <p:nvPr/>
        </p:nvSpPr>
        <p:spPr>
          <a:xfrm>
            <a:off x="4398494" y="3047759"/>
            <a:ext cx="493060" cy="42134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7</a:t>
            </a:r>
            <a:endParaRPr lang="LID4096" sz="1200" b="1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E5AC429-F0B2-D72C-CBB8-BA1E1567BE3C}"/>
              </a:ext>
            </a:extLst>
          </p:cNvPr>
          <p:cNvSpPr/>
          <p:nvPr/>
        </p:nvSpPr>
        <p:spPr>
          <a:xfrm>
            <a:off x="4412501" y="4029183"/>
            <a:ext cx="493060" cy="42134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7</a:t>
            </a:r>
            <a:endParaRPr lang="LID4096" sz="1200" b="1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875950B-3666-0642-4DB7-7E98BE932A9E}"/>
              </a:ext>
            </a:extLst>
          </p:cNvPr>
          <p:cNvSpPr/>
          <p:nvPr/>
        </p:nvSpPr>
        <p:spPr>
          <a:xfrm>
            <a:off x="4427255" y="5087147"/>
            <a:ext cx="493060" cy="42134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3</a:t>
            </a:r>
            <a:endParaRPr lang="LID4096" sz="1200" b="1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951AC2-D34D-2F83-B3B3-264EC4832E76}"/>
              </a:ext>
            </a:extLst>
          </p:cNvPr>
          <p:cNvSpPr/>
          <p:nvPr/>
        </p:nvSpPr>
        <p:spPr>
          <a:xfrm>
            <a:off x="4463862" y="6010720"/>
            <a:ext cx="2797550" cy="421341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27 – up to age 6 months </a:t>
            </a:r>
            <a:endParaRPr lang="LID4096" sz="1200" b="1">
              <a:solidFill>
                <a:schemeClr val="tx1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8505BC-8EE9-F0F2-F210-915C068E6564}"/>
              </a:ext>
            </a:extLst>
          </p:cNvPr>
          <p:cNvSpPr/>
          <p:nvPr/>
        </p:nvSpPr>
        <p:spPr>
          <a:xfrm>
            <a:off x="9031044" y="1394939"/>
            <a:ext cx="614708" cy="801029"/>
          </a:xfrm>
          <a:prstGeom prst="rect">
            <a:avLst/>
          </a:prstGeom>
          <a:noFill/>
          <a:ln w="412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2468515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C3631-7269-E5ED-2191-90112ADBF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FDDF8A9-BF28-8FF2-1C7A-C90C9989C257}"/>
              </a:ext>
            </a:extLst>
          </p:cNvPr>
          <p:cNvSpPr txBox="1"/>
          <p:nvPr/>
        </p:nvSpPr>
        <p:spPr>
          <a:xfrm>
            <a:off x="349405" y="2049325"/>
            <a:ext cx="372079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Example</a:t>
            </a:r>
            <a:endParaRPr lang="LID4096" sz="6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999847-19FA-EFFA-7BA5-C7FB031853F6}"/>
              </a:ext>
            </a:extLst>
          </p:cNvPr>
          <p:cNvSpPr txBox="1"/>
          <p:nvPr/>
        </p:nvSpPr>
        <p:spPr>
          <a:xfrm>
            <a:off x="1440133" y="456682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Stage 4/5</a:t>
            </a:r>
            <a:endParaRPr lang="LID4096" b="1"/>
          </a:p>
        </p:txBody>
      </p:sp>
      <p:pic>
        <p:nvPicPr>
          <p:cNvPr id="16" name="Picture 15" descr="A baby in a position&#10;&#10;AI-generated content may be incorrect.">
            <a:extLst>
              <a:ext uri="{FF2B5EF4-FFF2-40B4-BE49-F238E27FC236}">
                <a16:creationId xmlns:a16="http://schemas.microsoft.com/office/drawing/2014/main" id="{07E0F20D-337E-83BD-55CD-24DC0D97E3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9" t="5351" r="905"/>
          <a:stretch/>
        </p:blipFill>
        <p:spPr>
          <a:xfrm>
            <a:off x="111551" y="3519201"/>
            <a:ext cx="3958644" cy="89654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1C18A79-B945-6D43-79D2-A507D154D284}"/>
              </a:ext>
            </a:extLst>
          </p:cNvPr>
          <p:cNvGrpSpPr/>
          <p:nvPr/>
        </p:nvGrpSpPr>
        <p:grpSpPr>
          <a:xfrm>
            <a:off x="4337960" y="787658"/>
            <a:ext cx="7854040" cy="4671848"/>
            <a:chOff x="4337960" y="787658"/>
            <a:chExt cx="7854040" cy="467184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28491D-8D2F-4941-5A22-703CF02E6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68799" y="855135"/>
              <a:ext cx="7323201" cy="4604371"/>
            </a:xfrm>
            <a:prstGeom prst="rect">
              <a:avLst/>
            </a:prstGeom>
          </p:spPr>
        </p:pic>
        <p:pic>
          <p:nvPicPr>
            <p:cNvPr id="10" name="Picture 9" descr="A chart of baby's body&#10;&#10;AI-generated content may be incorrect.">
              <a:extLst>
                <a:ext uri="{FF2B5EF4-FFF2-40B4-BE49-F238E27FC236}">
                  <a16:creationId xmlns:a16="http://schemas.microsoft.com/office/drawing/2014/main" id="{14A687DB-69B1-0E36-F67F-D90C39370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585" r="93058"/>
            <a:stretch>
              <a:fillRect/>
            </a:stretch>
          </p:blipFill>
          <p:spPr>
            <a:xfrm>
              <a:off x="4337960" y="787658"/>
              <a:ext cx="525782" cy="46043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382993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Widescreen</PresentationFormat>
  <Paragraphs>11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David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דביר בוסאני</dc:creator>
  <cp:lastModifiedBy>דביר בוסאני</cp:lastModifiedBy>
  <cp:revision>1</cp:revision>
  <dcterms:created xsi:type="dcterms:W3CDTF">2026-05-09T16:52:49Z</dcterms:created>
  <dcterms:modified xsi:type="dcterms:W3CDTF">2026-05-09T16:53:00Z</dcterms:modified>
</cp:coreProperties>
</file>